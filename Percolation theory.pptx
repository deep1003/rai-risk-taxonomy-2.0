
<file path=[Content_Types].xml><?xml version="1.0" encoding="utf-8"?>
<Types xmlns="http://schemas.openxmlformats.org/package/2006/content-types">
  <Default Extension="9qlVXNIlBMf73PVRWqvDfWGgv6or3esCrXfuG4ynPeU&amp;width=1800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6" r:id="rId3"/>
    <p:sldId id="260" r:id="rId4"/>
    <p:sldId id="261" r:id="rId5"/>
    <p:sldId id="259" r:id="rId6"/>
    <p:sldId id="257" r:id="rId7"/>
    <p:sldId id="258" r:id="rId8"/>
    <p:sldId id="264" r:id="rId9"/>
    <p:sldId id="262" r:id="rId10"/>
    <p:sldId id="263" r:id="rId11"/>
    <p:sldId id="266" r:id="rId12"/>
    <p:sldId id="267" r:id="rId13"/>
    <p:sldId id="265" r:id="rId14"/>
    <p:sldId id="268" r:id="rId15"/>
    <p:sldId id="269" r:id="rId16"/>
    <p:sldId id="271" r:id="rId17"/>
    <p:sldId id="270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15"/>
    <p:restoredTop sz="94654"/>
  </p:normalViewPr>
  <p:slideViewPr>
    <p:cSldViewPr snapToGrid="0">
      <p:cViewPr varScale="1">
        <p:scale>
          <a:sx n="136" d="100"/>
          <a:sy n="136" d="100"/>
        </p:scale>
        <p:origin x="10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469EF-6DF1-D3F2-EE1C-8241290BE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C5981A-7AFC-B320-C3D0-49601808B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62EDAB-65F0-5024-9858-9ADDDA22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2F0CE1-B278-DF0B-B3F6-DABF8DD8E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4D7CE7-B0C0-D25F-551C-723E195D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8991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399B7-6488-AE3A-B23E-62203474A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866E7-CFD2-91E6-042D-5FD6A189A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757003-AEDA-FEF4-4504-0AB21EB0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AA9E05-FD3B-C483-7BF5-2EF97F3C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16B5B9-0D36-6B5F-CBB1-A935C759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913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28AFA-2917-C116-3EE1-6D2548BF9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4D63FF-9689-A9B4-2B4D-130D5DB3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46DB2D-E37D-F694-6FD4-D3573F07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27124B-9F5D-8E51-8938-5FC889FE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71773B-4504-7889-79F9-421E4AE5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808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BB229-A477-C3CE-A0FC-4DBEC973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C8AC68-6159-96A6-CB6B-33138D64C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9E835E-5B21-1091-D5F7-D03A5E7A2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77319-78B1-EA08-2992-35A3DB5D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D4526E-2E74-69A2-7368-E47B58EEA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9CBD2B-0846-5287-F96B-F9FE03C0A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1388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4E5CD-AE7B-A269-BBDD-E285ABE7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8653AA-292C-59AE-15BC-4E3FFB2CF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A46BA4-80B9-9B64-9227-EAA2D07B9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31EA3F-1A33-BBF6-4BAB-47386F88A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DE86D5-FC9F-6C98-B43B-3F25F2571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A1AEF7-4E9C-A566-C7B8-C0A7F76C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9B9F8F-A61F-9051-7757-E4DC078B1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18CAAE-5211-8D8A-AF94-D9399C50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5522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E1FD9-D3C3-56C4-49B0-F1ACEFC2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75C63E-9FBB-86D0-7A30-0E8F8FC1E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FD8178-6255-4A8C-FCD9-524FA11E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BD4005-9A47-17A2-8074-9F41D700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734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45FAB4-E617-7484-2D4A-DD4B8F7D2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295889-F299-9634-B2FE-B0681624C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4DE68B-32A2-B914-84B2-5F0550EA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709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9ADC3-0398-FE40-6510-CD21B2944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10C030-4DC6-6FB9-FF30-880899D6C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4E6558-AB88-7113-8858-F77A9AAFF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E2359C-991F-0BCF-236B-C6E0CA9C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3EC382-A92E-71D2-8478-7CC990483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D8BEFB-1004-404F-1482-E20EED7E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208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1B7A6-62F2-4F22-12FD-485C5AF18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BC0450-FD59-4CA6-C9A3-F11A6D37D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2657A6-8FFD-6497-9890-BA7751C75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D8A88D-084C-8D55-35F3-8CA048EDF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B4B8F0-8831-0F66-C895-05251E6C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A00324-4D8C-6136-B4E7-73A1FDED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196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97F6EF-92C1-2FF8-C1EB-8A9F6C07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2DB4B6-EEFF-B4FB-6FC6-B7AEE0105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EC39B-34AC-CC4E-3EA8-6BBAE88E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C70D9A-D778-F310-E9D6-81531DFD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CB9846-2FBD-71A2-0248-3900A1C6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3833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C28A71-5722-3AA7-FDDF-BB5CAA507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24FDB3-2CAC-47E3-89C0-EE86F66B6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AD676F-2D7F-B6B0-EF46-A986AE34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44B11F-F76D-47F9-E8D4-808D9A74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BB5839-B30F-1D08-B3F9-18A4EA25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472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5BE688-405C-CA81-7F79-B55DE0AE8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A59ABB-6F2A-D49C-1C5A-56A680FC2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1C893C-AD21-6D5C-992F-4F474907D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FA858-7392-9B48-84DE-6AA3AE377DEF}" type="datetimeFigureOut">
              <a:t>2026. 8. 13.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8D4C0A-2EB4-51E4-43F7-137F661C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A0FB77-EF35-561B-8D61-E22B6F20D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AC57AB-9955-A141-8EC7-FD710063206E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60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9qlVXNIlBMf73PVRWqvDfWGgv6or3esCrXfuG4ynPeU&amp;width=1800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9137834-F2C4-2E5D-7467-40762A2C4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60" y="1082636"/>
            <a:ext cx="10345064" cy="335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68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B396CC52-20E0-85F3-4BD5-7D22F71E506E}"/>
              </a:ext>
            </a:extLst>
          </p:cNvPr>
          <p:cNvSpPr txBox="1"/>
          <p:nvPr/>
        </p:nvSpPr>
        <p:spPr>
          <a:xfrm>
            <a:off x="1741965" y="1060244"/>
            <a:ext cx="7713119" cy="3011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200" b="1"/>
              <a:t>미생물의 종단위 경계설정 문제 </a:t>
            </a:r>
            <a:r>
              <a:rPr kumimoji="1" lang="en-US" altLang="ko-KR" sz="1200"/>
              <a:t>(</a:t>
            </a:r>
            <a:r>
              <a:rPr kumimoji="1" lang="ko-KR" altLang="en-US" sz="1200"/>
              <a:t>최소 단위</a:t>
            </a:r>
            <a:r>
              <a:rPr kumimoji="1" lang="en-US" altLang="ko-KR" sz="1200"/>
              <a:t>:</a:t>
            </a:r>
            <a:r>
              <a:rPr kumimoji="1" lang="ko-KR" altLang="en-US" sz="1200"/>
              <a:t> </a:t>
            </a:r>
            <a:r>
              <a:rPr kumimoji="1" lang="en-US" altLang="ko-KR" sz="1200"/>
              <a:t>16S rRNA</a:t>
            </a:r>
            <a:r>
              <a:rPr kumimoji="1" lang="ko-KR" altLang="en-US" sz="1200"/>
              <a:t> 서열</a:t>
            </a:r>
            <a:r>
              <a:rPr kumimoji="1" lang="en-US" altLang="ko-KR" sz="120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/>
              <a:t>여기서 카테고리 </a:t>
            </a:r>
            <a:r>
              <a:rPr kumimoji="1" lang="en-US" altLang="ko-KR" sz="1200"/>
              <a:t>=</a:t>
            </a:r>
            <a:r>
              <a:rPr kumimoji="1" lang="ko-KR" altLang="en-US" sz="1200"/>
              <a:t> </a:t>
            </a:r>
            <a:r>
              <a:rPr kumimoji="1" lang="en-US" altLang="ko-KR" sz="1200"/>
              <a:t>OTU (operational taxonomic unit)</a:t>
            </a:r>
            <a:r>
              <a:rPr kumimoji="1" lang="ko-KR" altLang="en-US" sz="1200"/>
              <a:t>라고 부름</a:t>
            </a:r>
            <a:endParaRPr kumimoji="1" lang="en-US" altLang="ko-KR" sz="120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/>
              <a:t>16S</a:t>
            </a:r>
            <a:r>
              <a:rPr kumimoji="1" lang="ko-KR" altLang="en-US" sz="1200"/>
              <a:t> 서열이 </a:t>
            </a:r>
            <a:r>
              <a:rPr kumimoji="1" lang="en-US" altLang="ko-KR" sz="1200"/>
              <a:t>97%</a:t>
            </a:r>
            <a:r>
              <a:rPr kumimoji="1" lang="ko-KR" altLang="en-US" sz="1200"/>
              <a:t> 이상 동일하면 같은 </a:t>
            </a:r>
            <a:r>
              <a:rPr kumimoji="1" lang="en-US" altLang="ko-KR" sz="1200"/>
              <a:t>OTU</a:t>
            </a:r>
            <a:r>
              <a:rPr kumimoji="1" lang="ko-KR" altLang="en-US" sz="1200"/>
              <a:t>로 묶는다</a:t>
            </a:r>
            <a:endParaRPr kumimoji="1" lang="en-US" altLang="ko-KR" sz="1200"/>
          </a:p>
          <a:p>
            <a:pPr>
              <a:lnSpc>
                <a:spcPct val="150000"/>
              </a:lnSpc>
              <a:spcBef>
                <a:spcPts val="1800"/>
              </a:spcBef>
            </a:pPr>
            <a:r>
              <a:rPr kumimoji="1" lang="en-US" altLang="ko-KR" sz="1200" b="1"/>
              <a:t>LLM</a:t>
            </a:r>
            <a:r>
              <a:rPr kumimoji="1" lang="ko-KR" altLang="en-US" sz="1200" b="1"/>
              <a:t> 학습데이터 중복 제거 문제 </a:t>
            </a:r>
            <a:r>
              <a:rPr kumimoji="1" lang="en-US" altLang="ko-KR" sz="1200"/>
              <a:t>(</a:t>
            </a:r>
            <a:r>
              <a:rPr kumimoji="1" lang="ko-KR" altLang="en-US" sz="1200"/>
              <a:t>최소 단위</a:t>
            </a:r>
            <a:r>
              <a:rPr kumimoji="1" lang="en-US" altLang="ko-KR" sz="1200"/>
              <a:t>:</a:t>
            </a:r>
            <a:r>
              <a:rPr kumimoji="1" lang="ko-KR" altLang="en-US" sz="1200"/>
              <a:t> 문서 또는 청크</a:t>
            </a:r>
            <a:r>
              <a:rPr kumimoji="1" lang="en-US" altLang="ko-KR" sz="120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/>
              <a:t>웹 크롤링 데이터는 상당 부분이 같은 내용의 반복임</a:t>
            </a:r>
            <a:endParaRPr kumimoji="1" lang="en-US" altLang="ko-KR" sz="120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/>
              <a:t>그래서</a:t>
            </a:r>
            <a:r>
              <a:rPr kumimoji="1" lang="en-US" altLang="ko-KR" sz="1200"/>
              <a:t>,</a:t>
            </a:r>
            <a:r>
              <a:rPr kumimoji="1" lang="ko-KR" altLang="en-US" sz="1200"/>
              <a:t> 다 학습시키는 것은 비용 손실</a:t>
            </a:r>
            <a:r>
              <a:rPr kumimoji="1" lang="en-US" altLang="ko-KR" sz="1200"/>
              <a:t>,</a:t>
            </a:r>
            <a:r>
              <a:rPr kumimoji="1" lang="ko-KR" altLang="en-US" sz="1200"/>
              <a:t> 시간 낭비</a:t>
            </a:r>
            <a:endParaRPr kumimoji="1" lang="en-US" altLang="ko-KR" sz="120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/>
              <a:t>이 중에서 골라서 학습시켜야 하는 문제</a:t>
            </a:r>
            <a:endParaRPr kumimoji="1" lang="en-US" altLang="ko-KR" sz="120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/>
              <a:t>그런데</a:t>
            </a:r>
            <a:r>
              <a:rPr kumimoji="1" lang="en-US" altLang="ko-KR" sz="1200"/>
              <a:t>,</a:t>
            </a:r>
            <a:r>
              <a:rPr kumimoji="1" lang="ko-KR" altLang="en-US" sz="1200"/>
              <a:t> 그냥 중복제거하면 남겨야할 마이너 카테고리 속성까지 날라감</a:t>
            </a:r>
            <a:endParaRPr kumimoji="1" lang="en-US" altLang="ko-KR" sz="1200"/>
          </a:p>
          <a:p>
            <a:pPr>
              <a:lnSpc>
                <a:spcPct val="150000"/>
              </a:lnSpc>
              <a:spcBef>
                <a:spcPts val="1800"/>
              </a:spcBef>
            </a:pPr>
            <a:r>
              <a:rPr kumimoji="1" lang="ko-KR" altLang="en-US" sz="1200" b="1"/>
              <a:t>리스크 중복 제거 문제</a:t>
            </a:r>
            <a:r>
              <a:rPr kumimoji="1" lang="ko-KR" altLang="en-US" sz="1200"/>
              <a:t> </a:t>
            </a:r>
            <a:r>
              <a:rPr kumimoji="1" lang="en-US" altLang="ko-KR" sz="1200"/>
              <a:t>(</a:t>
            </a:r>
            <a:r>
              <a:rPr kumimoji="1" lang="ko-KR" altLang="en-US" sz="1200"/>
              <a:t>최소 단위</a:t>
            </a:r>
            <a:r>
              <a:rPr kumimoji="1" lang="en-US" altLang="ko-KR" sz="1200"/>
              <a:t>:</a:t>
            </a:r>
            <a:r>
              <a:rPr kumimoji="1" lang="ko-KR" altLang="en-US" sz="1200"/>
              <a:t> </a:t>
            </a:r>
            <a:r>
              <a:rPr kumimoji="1" lang="en-US" altLang="ko-KR" sz="1200"/>
              <a:t>L4 </a:t>
            </a:r>
            <a:r>
              <a:rPr kumimoji="1" lang="ko-KR" altLang="en-US" sz="1200"/>
              <a:t>리스크 카드</a:t>
            </a:r>
            <a:r>
              <a:rPr kumimoji="1" lang="en-US" altLang="ko-KR" sz="1200"/>
              <a:t>)</a:t>
            </a:r>
            <a:endParaRPr kumimoji="1"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869543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4A357C2-9CF1-CE95-E27F-F82DC047F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105" y="1171850"/>
            <a:ext cx="7772400" cy="384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216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C0ADF94-354F-ACFC-F621-973718784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556" y="1215271"/>
            <a:ext cx="7772400" cy="353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76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EC3A-B721-F181-B448-BE0D80CF5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자유형 40">
            <a:extLst>
              <a:ext uri="{FF2B5EF4-FFF2-40B4-BE49-F238E27FC236}">
                <a16:creationId xmlns:a16="http://schemas.microsoft.com/office/drawing/2014/main" id="{74EA829D-3D92-1653-F2B4-2D863F44631F}"/>
              </a:ext>
            </a:extLst>
          </p:cNvPr>
          <p:cNvSpPr/>
          <p:nvPr/>
        </p:nvSpPr>
        <p:spPr>
          <a:xfrm>
            <a:off x="3709806" y="4383777"/>
            <a:ext cx="1573510" cy="1494514"/>
          </a:xfrm>
          <a:custGeom>
            <a:avLst/>
            <a:gdLst>
              <a:gd name="csX0" fmla="*/ 742451 w 1573510"/>
              <a:gd name="csY0" fmla="*/ 57594 h 1494514"/>
              <a:gd name="csX1" fmla="*/ 23994 w 1573510"/>
              <a:gd name="csY1" fmla="*/ 797823 h 1494514"/>
              <a:gd name="csX2" fmla="*/ 274365 w 1573510"/>
              <a:gd name="csY2" fmla="*/ 1494509 h 1494514"/>
              <a:gd name="csX3" fmla="*/ 1275851 w 1573510"/>
              <a:gd name="csY3" fmla="*/ 808709 h 1494514"/>
              <a:gd name="csX4" fmla="*/ 1547994 w 1573510"/>
              <a:gd name="csY4" fmla="*/ 133794 h 1494514"/>
              <a:gd name="csX5" fmla="*/ 742451 w 1573510"/>
              <a:gd name="csY5" fmla="*/ 57594 h 149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73510" h="1494514">
                <a:moveTo>
                  <a:pt x="742451" y="57594"/>
                </a:moveTo>
                <a:cubicBezTo>
                  <a:pt x="488451" y="168265"/>
                  <a:pt x="102008" y="558337"/>
                  <a:pt x="23994" y="797823"/>
                </a:cubicBezTo>
                <a:cubicBezTo>
                  <a:pt x="-54020" y="1037309"/>
                  <a:pt x="65722" y="1492695"/>
                  <a:pt x="274365" y="1494509"/>
                </a:cubicBezTo>
                <a:cubicBezTo>
                  <a:pt x="483008" y="1496323"/>
                  <a:pt x="1063580" y="1035495"/>
                  <a:pt x="1275851" y="808709"/>
                </a:cubicBezTo>
                <a:cubicBezTo>
                  <a:pt x="1488122" y="581923"/>
                  <a:pt x="1635080" y="258980"/>
                  <a:pt x="1547994" y="133794"/>
                </a:cubicBezTo>
                <a:cubicBezTo>
                  <a:pt x="1460908" y="8608"/>
                  <a:pt x="996451" y="-53077"/>
                  <a:pt x="742451" y="5759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자유형 39">
            <a:extLst>
              <a:ext uri="{FF2B5EF4-FFF2-40B4-BE49-F238E27FC236}">
                <a16:creationId xmlns:a16="http://schemas.microsoft.com/office/drawing/2014/main" id="{466A2D22-C349-5302-D775-B6499F5F9F41}"/>
              </a:ext>
            </a:extLst>
          </p:cNvPr>
          <p:cNvSpPr/>
          <p:nvPr/>
        </p:nvSpPr>
        <p:spPr>
          <a:xfrm>
            <a:off x="2677424" y="3506781"/>
            <a:ext cx="1986295" cy="1404541"/>
          </a:xfrm>
          <a:custGeom>
            <a:avLst/>
            <a:gdLst>
              <a:gd name="csX0" fmla="*/ 555633 w 1986295"/>
              <a:gd name="csY0" fmla="*/ 335876 h 1404541"/>
              <a:gd name="csX1" fmla="*/ 462 w 1986295"/>
              <a:gd name="csY1" fmla="*/ 869276 h 1404541"/>
              <a:gd name="csX2" fmla="*/ 642719 w 1986295"/>
              <a:gd name="csY2" fmla="*/ 1402676 h 1404541"/>
              <a:gd name="csX3" fmla="*/ 1143462 w 1986295"/>
              <a:gd name="csY3" fmla="*/ 1032562 h 1404541"/>
              <a:gd name="csX4" fmla="*/ 1981662 w 1986295"/>
              <a:gd name="csY4" fmla="*/ 684219 h 1404541"/>
              <a:gd name="csX5" fmla="*/ 1437376 w 1986295"/>
              <a:gd name="csY5" fmla="*/ 9305 h 1404541"/>
              <a:gd name="csX6" fmla="*/ 555633 w 1986295"/>
              <a:gd name="csY6" fmla="*/ 335876 h 14045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86295" h="1404541">
                <a:moveTo>
                  <a:pt x="555633" y="335876"/>
                </a:moveTo>
                <a:cubicBezTo>
                  <a:pt x="316147" y="479204"/>
                  <a:pt x="-14052" y="691476"/>
                  <a:pt x="462" y="869276"/>
                </a:cubicBezTo>
                <a:cubicBezTo>
                  <a:pt x="14976" y="1047076"/>
                  <a:pt x="452219" y="1375462"/>
                  <a:pt x="642719" y="1402676"/>
                </a:cubicBezTo>
                <a:cubicBezTo>
                  <a:pt x="833219" y="1429890"/>
                  <a:pt x="920305" y="1152305"/>
                  <a:pt x="1143462" y="1032562"/>
                </a:cubicBezTo>
                <a:cubicBezTo>
                  <a:pt x="1366619" y="912819"/>
                  <a:pt x="1932676" y="854762"/>
                  <a:pt x="1981662" y="684219"/>
                </a:cubicBezTo>
                <a:cubicBezTo>
                  <a:pt x="2030648" y="513676"/>
                  <a:pt x="1680490" y="69176"/>
                  <a:pt x="1437376" y="9305"/>
                </a:cubicBezTo>
                <a:cubicBezTo>
                  <a:pt x="1194262" y="-50566"/>
                  <a:pt x="795119" y="192548"/>
                  <a:pt x="555633" y="335876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FC8FD9C3-9BD6-C931-D222-D5D34BF77F53}"/>
              </a:ext>
            </a:extLst>
          </p:cNvPr>
          <p:cNvCxnSpPr>
            <a:cxnSpLocks/>
          </p:cNvCxnSpPr>
          <p:nvPr/>
        </p:nvCxnSpPr>
        <p:spPr>
          <a:xfrm>
            <a:off x="3988091" y="2782372"/>
            <a:ext cx="0" cy="497338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A947F2C-B685-635E-34D2-AAD0A0E1D79B}"/>
                  </a:ext>
                </a:extLst>
              </p:cNvPr>
              <p:cNvSpPr txBox="1"/>
              <p:nvPr/>
            </p:nvSpPr>
            <p:spPr>
              <a:xfrm>
                <a:off x="3999282" y="2829025"/>
                <a:ext cx="10083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  <m:r>
                        <a:rPr kumimoji="1"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0.8</m:t>
                      </m:r>
                    </m:oMath>
                  </m:oMathPara>
                </a14:m>
                <a:endParaRPr kumimoji="1"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A947F2C-B685-635E-34D2-AAD0A0E1D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282" y="2829025"/>
                <a:ext cx="1008391" cy="307777"/>
              </a:xfrm>
              <a:prstGeom prst="rect">
                <a:avLst/>
              </a:prstGeom>
              <a:blipFill>
                <a:blip r:embed="rId2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8C323100-C88C-4E17-93BB-C43F07FFA7A6}"/>
              </a:ext>
            </a:extLst>
          </p:cNvPr>
          <p:cNvCxnSpPr>
            <a:cxnSpLocks/>
          </p:cNvCxnSpPr>
          <p:nvPr/>
        </p:nvCxnSpPr>
        <p:spPr>
          <a:xfrm flipV="1">
            <a:off x="4122474" y="4824918"/>
            <a:ext cx="437423" cy="502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8C2B1205-6914-5324-BCF5-7325BB6B34D6}"/>
              </a:ext>
            </a:extLst>
          </p:cNvPr>
          <p:cNvCxnSpPr>
            <a:cxnSpLocks/>
          </p:cNvCxnSpPr>
          <p:nvPr/>
        </p:nvCxnSpPr>
        <p:spPr>
          <a:xfrm flipV="1">
            <a:off x="3284276" y="4051018"/>
            <a:ext cx="622478" cy="4164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C23CE017-9A11-F336-0DDA-7DADA716D00D}"/>
              </a:ext>
            </a:extLst>
          </p:cNvPr>
          <p:cNvSpPr/>
          <p:nvPr/>
        </p:nvSpPr>
        <p:spPr>
          <a:xfrm>
            <a:off x="3018419" y="4201078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4CAA977B-D57B-F880-D7A8-1401867E59AB}"/>
              </a:ext>
            </a:extLst>
          </p:cNvPr>
          <p:cNvSpPr/>
          <p:nvPr/>
        </p:nvSpPr>
        <p:spPr>
          <a:xfrm>
            <a:off x="3723317" y="3784671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8C3968FD-F51F-B785-91FA-45E9CA55142A}"/>
              </a:ext>
            </a:extLst>
          </p:cNvPr>
          <p:cNvSpPr/>
          <p:nvPr/>
        </p:nvSpPr>
        <p:spPr>
          <a:xfrm>
            <a:off x="3876090" y="5108537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CB48436-B4CB-FC16-A693-B793C1A41882}"/>
              </a:ext>
            </a:extLst>
          </p:cNvPr>
          <p:cNvSpPr/>
          <p:nvPr/>
        </p:nvSpPr>
        <p:spPr>
          <a:xfrm>
            <a:off x="4324704" y="4542840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직선 연결선[R] 64">
            <a:extLst>
              <a:ext uri="{FF2B5EF4-FFF2-40B4-BE49-F238E27FC236}">
                <a16:creationId xmlns:a16="http://schemas.microsoft.com/office/drawing/2014/main" id="{3037E429-7232-23AC-AEE3-C4888875D0E3}"/>
              </a:ext>
            </a:extLst>
          </p:cNvPr>
          <p:cNvCxnSpPr>
            <a:cxnSpLocks/>
          </p:cNvCxnSpPr>
          <p:nvPr/>
        </p:nvCxnSpPr>
        <p:spPr>
          <a:xfrm>
            <a:off x="3157541" y="1520439"/>
            <a:ext cx="714910" cy="9270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[R] 65">
            <a:extLst>
              <a:ext uri="{FF2B5EF4-FFF2-40B4-BE49-F238E27FC236}">
                <a16:creationId xmlns:a16="http://schemas.microsoft.com/office/drawing/2014/main" id="{B3D3AF06-C04E-A7FD-B390-55EC08E5DF4B}"/>
              </a:ext>
            </a:extLst>
          </p:cNvPr>
          <p:cNvCxnSpPr>
            <a:cxnSpLocks/>
          </p:cNvCxnSpPr>
          <p:nvPr/>
        </p:nvCxnSpPr>
        <p:spPr>
          <a:xfrm flipV="1">
            <a:off x="3995643" y="1906375"/>
            <a:ext cx="437423" cy="502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[R] 66">
            <a:extLst>
              <a:ext uri="{FF2B5EF4-FFF2-40B4-BE49-F238E27FC236}">
                <a16:creationId xmlns:a16="http://schemas.microsoft.com/office/drawing/2014/main" id="{A6343EE6-12C0-E281-D900-9D83E8178B31}"/>
              </a:ext>
            </a:extLst>
          </p:cNvPr>
          <p:cNvCxnSpPr>
            <a:cxnSpLocks/>
          </p:cNvCxnSpPr>
          <p:nvPr/>
        </p:nvCxnSpPr>
        <p:spPr>
          <a:xfrm>
            <a:off x="3831679" y="1141264"/>
            <a:ext cx="475861" cy="615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직선 연결선[R] 67">
            <a:extLst>
              <a:ext uri="{FF2B5EF4-FFF2-40B4-BE49-F238E27FC236}">
                <a16:creationId xmlns:a16="http://schemas.microsoft.com/office/drawing/2014/main" id="{A45FD0C1-D894-F8B4-AD3E-2D502510E67D}"/>
              </a:ext>
            </a:extLst>
          </p:cNvPr>
          <p:cNvCxnSpPr>
            <a:cxnSpLocks/>
          </p:cNvCxnSpPr>
          <p:nvPr/>
        </p:nvCxnSpPr>
        <p:spPr>
          <a:xfrm flipV="1">
            <a:off x="3157445" y="1132475"/>
            <a:ext cx="622478" cy="4164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211D8FFE-A6B4-CAA7-DEB2-59E6FF7DBF02}"/>
              </a:ext>
            </a:extLst>
          </p:cNvPr>
          <p:cNvSpPr/>
          <p:nvPr/>
        </p:nvSpPr>
        <p:spPr>
          <a:xfrm>
            <a:off x="2891588" y="1282535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F97CDC-6151-9801-1D62-BD794383201C}"/>
              </a:ext>
            </a:extLst>
          </p:cNvPr>
          <p:cNvSpPr/>
          <p:nvPr/>
        </p:nvSpPr>
        <p:spPr>
          <a:xfrm>
            <a:off x="3596486" y="866128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BD554613-3E6F-4E7B-12AA-E37E348926BB}"/>
              </a:ext>
            </a:extLst>
          </p:cNvPr>
          <p:cNvSpPr/>
          <p:nvPr/>
        </p:nvSpPr>
        <p:spPr>
          <a:xfrm>
            <a:off x="3749259" y="2189994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D88D9224-5A3C-F308-0C1B-AE3F2D4D6A23}"/>
              </a:ext>
            </a:extLst>
          </p:cNvPr>
          <p:cNvSpPr/>
          <p:nvPr/>
        </p:nvSpPr>
        <p:spPr>
          <a:xfrm>
            <a:off x="4197873" y="1624297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4A5DE2-5A4F-3E7F-6C4F-FA87F322972B}"/>
              </a:ext>
            </a:extLst>
          </p:cNvPr>
          <p:cNvSpPr txBox="1"/>
          <p:nvPr/>
        </p:nvSpPr>
        <p:spPr>
          <a:xfrm>
            <a:off x="2966901" y="910948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0.84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B8820E8-FFEF-E0BB-91E6-651157467D7C}"/>
              </a:ext>
            </a:extLst>
          </p:cNvPr>
          <p:cNvSpPr txBox="1"/>
          <p:nvPr/>
        </p:nvSpPr>
        <p:spPr>
          <a:xfrm>
            <a:off x="4062063" y="1203782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0.79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768724F-5BB6-13FF-7171-1C14EB28794B}"/>
              </a:ext>
            </a:extLst>
          </p:cNvPr>
          <p:cNvSpPr txBox="1"/>
          <p:nvPr/>
        </p:nvSpPr>
        <p:spPr>
          <a:xfrm>
            <a:off x="2989107" y="1936846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0.50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BF855A8-27FA-DA31-395F-15A118F45699}"/>
              </a:ext>
            </a:extLst>
          </p:cNvPr>
          <p:cNvSpPr txBox="1"/>
          <p:nvPr/>
        </p:nvSpPr>
        <p:spPr>
          <a:xfrm>
            <a:off x="4209545" y="2175881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0.85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039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C3CC4-02B7-E70F-E228-01F13DAA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 1">
            <a:extLst>
              <a:ext uri="{FF2B5EF4-FFF2-40B4-BE49-F238E27FC236}">
                <a16:creationId xmlns:a16="http://schemas.microsoft.com/office/drawing/2014/main" id="{C0882943-D43B-A21E-E209-9A4654925B52}"/>
              </a:ext>
            </a:extLst>
          </p:cNvPr>
          <p:cNvSpPr/>
          <p:nvPr/>
        </p:nvSpPr>
        <p:spPr>
          <a:xfrm>
            <a:off x="6485732" y="828151"/>
            <a:ext cx="2456533" cy="2533380"/>
          </a:xfrm>
          <a:custGeom>
            <a:avLst/>
            <a:gdLst>
              <a:gd name="csX0" fmla="*/ 208982 w 2456533"/>
              <a:gd name="csY0" fmla="*/ 521678 h 2533380"/>
              <a:gd name="csX1" fmla="*/ 34811 w 2456533"/>
              <a:gd name="csY1" fmla="*/ 1207478 h 2533380"/>
              <a:gd name="csX2" fmla="*/ 894782 w 2456533"/>
              <a:gd name="csY2" fmla="*/ 1457849 h 2533380"/>
              <a:gd name="csX3" fmla="*/ 862125 w 2456533"/>
              <a:gd name="csY3" fmla="*/ 2154535 h 2533380"/>
              <a:gd name="csX4" fmla="*/ 2026897 w 2456533"/>
              <a:gd name="csY4" fmla="*/ 2513763 h 2533380"/>
              <a:gd name="csX5" fmla="*/ 2451439 w 2456533"/>
              <a:gd name="csY5" fmla="*/ 1577592 h 2533380"/>
              <a:gd name="csX6" fmla="*/ 1787411 w 2456533"/>
              <a:gd name="csY6" fmla="*/ 118906 h 2533380"/>
              <a:gd name="csX7" fmla="*/ 589982 w 2456533"/>
              <a:gd name="csY7" fmla="*/ 129792 h 2533380"/>
              <a:gd name="csX8" fmla="*/ 208982 w 2456533"/>
              <a:gd name="csY8" fmla="*/ 521678 h 2533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56533" h="2533380">
                <a:moveTo>
                  <a:pt x="208982" y="521678"/>
                </a:moveTo>
                <a:cubicBezTo>
                  <a:pt x="116453" y="701292"/>
                  <a:pt x="-79489" y="1051450"/>
                  <a:pt x="34811" y="1207478"/>
                </a:cubicBezTo>
                <a:cubicBezTo>
                  <a:pt x="149111" y="1363507"/>
                  <a:pt x="756896" y="1300006"/>
                  <a:pt x="894782" y="1457849"/>
                </a:cubicBezTo>
                <a:cubicBezTo>
                  <a:pt x="1032668" y="1615692"/>
                  <a:pt x="673439" y="1978549"/>
                  <a:pt x="862125" y="2154535"/>
                </a:cubicBezTo>
                <a:cubicBezTo>
                  <a:pt x="1050811" y="2330521"/>
                  <a:pt x="1762011" y="2609920"/>
                  <a:pt x="2026897" y="2513763"/>
                </a:cubicBezTo>
                <a:cubicBezTo>
                  <a:pt x="2291783" y="2417606"/>
                  <a:pt x="2491353" y="1976735"/>
                  <a:pt x="2451439" y="1577592"/>
                </a:cubicBezTo>
                <a:cubicBezTo>
                  <a:pt x="2411525" y="1178449"/>
                  <a:pt x="2097654" y="360206"/>
                  <a:pt x="1787411" y="118906"/>
                </a:cubicBezTo>
                <a:cubicBezTo>
                  <a:pt x="1477168" y="-122394"/>
                  <a:pt x="858496" y="68106"/>
                  <a:pt x="589982" y="129792"/>
                </a:cubicBezTo>
                <a:cubicBezTo>
                  <a:pt x="321468" y="191478"/>
                  <a:pt x="301511" y="342064"/>
                  <a:pt x="208982" y="521678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" name="자유형 40">
            <a:extLst>
              <a:ext uri="{FF2B5EF4-FFF2-40B4-BE49-F238E27FC236}">
                <a16:creationId xmlns:a16="http://schemas.microsoft.com/office/drawing/2014/main" id="{EB6CC462-D605-C740-A558-01B779D2D71C}"/>
              </a:ext>
            </a:extLst>
          </p:cNvPr>
          <p:cNvSpPr/>
          <p:nvPr/>
        </p:nvSpPr>
        <p:spPr>
          <a:xfrm>
            <a:off x="3709806" y="4383777"/>
            <a:ext cx="1573510" cy="1494514"/>
          </a:xfrm>
          <a:custGeom>
            <a:avLst/>
            <a:gdLst>
              <a:gd name="csX0" fmla="*/ 742451 w 1573510"/>
              <a:gd name="csY0" fmla="*/ 57594 h 1494514"/>
              <a:gd name="csX1" fmla="*/ 23994 w 1573510"/>
              <a:gd name="csY1" fmla="*/ 797823 h 1494514"/>
              <a:gd name="csX2" fmla="*/ 274365 w 1573510"/>
              <a:gd name="csY2" fmla="*/ 1494509 h 1494514"/>
              <a:gd name="csX3" fmla="*/ 1275851 w 1573510"/>
              <a:gd name="csY3" fmla="*/ 808709 h 1494514"/>
              <a:gd name="csX4" fmla="*/ 1547994 w 1573510"/>
              <a:gd name="csY4" fmla="*/ 133794 h 1494514"/>
              <a:gd name="csX5" fmla="*/ 742451 w 1573510"/>
              <a:gd name="csY5" fmla="*/ 57594 h 149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73510" h="1494514">
                <a:moveTo>
                  <a:pt x="742451" y="57594"/>
                </a:moveTo>
                <a:cubicBezTo>
                  <a:pt x="488451" y="168265"/>
                  <a:pt x="102008" y="558337"/>
                  <a:pt x="23994" y="797823"/>
                </a:cubicBezTo>
                <a:cubicBezTo>
                  <a:pt x="-54020" y="1037309"/>
                  <a:pt x="65722" y="1492695"/>
                  <a:pt x="274365" y="1494509"/>
                </a:cubicBezTo>
                <a:cubicBezTo>
                  <a:pt x="483008" y="1496323"/>
                  <a:pt x="1063580" y="1035495"/>
                  <a:pt x="1275851" y="808709"/>
                </a:cubicBezTo>
                <a:cubicBezTo>
                  <a:pt x="1488122" y="581923"/>
                  <a:pt x="1635080" y="258980"/>
                  <a:pt x="1547994" y="133794"/>
                </a:cubicBezTo>
                <a:cubicBezTo>
                  <a:pt x="1460908" y="8608"/>
                  <a:pt x="996451" y="-53077"/>
                  <a:pt x="742451" y="5759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자유형 39">
            <a:extLst>
              <a:ext uri="{FF2B5EF4-FFF2-40B4-BE49-F238E27FC236}">
                <a16:creationId xmlns:a16="http://schemas.microsoft.com/office/drawing/2014/main" id="{5C9FB5D1-0578-CFBA-74E9-A4CE40A79B48}"/>
              </a:ext>
            </a:extLst>
          </p:cNvPr>
          <p:cNvSpPr/>
          <p:nvPr/>
        </p:nvSpPr>
        <p:spPr>
          <a:xfrm>
            <a:off x="2677424" y="3506781"/>
            <a:ext cx="1986295" cy="1404541"/>
          </a:xfrm>
          <a:custGeom>
            <a:avLst/>
            <a:gdLst>
              <a:gd name="csX0" fmla="*/ 555633 w 1986295"/>
              <a:gd name="csY0" fmla="*/ 335876 h 1404541"/>
              <a:gd name="csX1" fmla="*/ 462 w 1986295"/>
              <a:gd name="csY1" fmla="*/ 869276 h 1404541"/>
              <a:gd name="csX2" fmla="*/ 642719 w 1986295"/>
              <a:gd name="csY2" fmla="*/ 1402676 h 1404541"/>
              <a:gd name="csX3" fmla="*/ 1143462 w 1986295"/>
              <a:gd name="csY3" fmla="*/ 1032562 h 1404541"/>
              <a:gd name="csX4" fmla="*/ 1981662 w 1986295"/>
              <a:gd name="csY4" fmla="*/ 684219 h 1404541"/>
              <a:gd name="csX5" fmla="*/ 1437376 w 1986295"/>
              <a:gd name="csY5" fmla="*/ 9305 h 1404541"/>
              <a:gd name="csX6" fmla="*/ 555633 w 1986295"/>
              <a:gd name="csY6" fmla="*/ 335876 h 14045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86295" h="1404541">
                <a:moveTo>
                  <a:pt x="555633" y="335876"/>
                </a:moveTo>
                <a:cubicBezTo>
                  <a:pt x="316147" y="479204"/>
                  <a:pt x="-14052" y="691476"/>
                  <a:pt x="462" y="869276"/>
                </a:cubicBezTo>
                <a:cubicBezTo>
                  <a:pt x="14976" y="1047076"/>
                  <a:pt x="452219" y="1375462"/>
                  <a:pt x="642719" y="1402676"/>
                </a:cubicBezTo>
                <a:cubicBezTo>
                  <a:pt x="833219" y="1429890"/>
                  <a:pt x="920305" y="1152305"/>
                  <a:pt x="1143462" y="1032562"/>
                </a:cubicBezTo>
                <a:cubicBezTo>
                  <a:pt x="1366619" y="912819"/>
                  <a:pt x="1932676" y="854762"/>
                  <a:pt x="1981662" y="684219"/>
                </a:cubicBezTo>
                <a:cubicBezTo>
                  <a:pt x="2030648" y="513676"/>
                  <a:pt x="1680490" y="69176"/>
                  <a:pt x="1437376" y="9305"/>
                </a:cubicBezTo>
                <a:cubicBezTo>
                  <a:pt x="1194262" y="-50566"/>
                  <a:pt x="795119" y="192548"/>
                  <a:pt x="555633" y="335876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9E2D8569-B938-2301-0E5D-06845557FDBD}"/>
              </a:ext>
            </a:extLst>
          </p:cNvPr>
          <p:cNvCxnSpPr>
            <a:cxnSpLocks/>
          </p:cNvCxnSpPr>
          <p:nvPr/>
        </p:nvCxnSpPr>
        <p:spPr>
          <a:xfrm>
            <a:off x="3988091" y="2782372"/>
            <a:ext cx="0" cy="497338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1FFE94FE-7BF1-8D5E-FAF1-D974C6A14659}"/>
              </a:ext>
            </a:extLst>
          </p:cNvPr>
          <p:cNvCxnSpPr>
            <a:cxnSpLocks/>
          </p:cNvCxnSpPr>
          <p:nvPr/>
        </p:nvCxnSpPr>
        <p:spPr>
          <a:xfrm flipV="1">
            <a:off x="4122474" y="4824918"/>
            <a:ext cx="437423" cy="502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51ACB57A-E0B5-3991-7D35-E398EE86FE83}"/>
              </a:ext>
            </a:extLst>
          </p:cNvPr>
          <p:cNvCxnSpPr>
            <a:cxnSpLocks/>
          </p:cNvCxnSpPr>
          <p:nvPr/>
        </p:nvCxnSpPr>
        <p:spPr>
          <a:xfrm flipV="1">
            <a:off x="3284276" y="4051018"/>
            <a:ext cx="622478" cy="4164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1514D931-8BAC-4F82-B2CF-52947C574091}"/>
              </a:ext>
            </a:extLst>
          </p:cNvPr>
          <p:cNvSpPr/>
          <p:nvPr/>
        </p:nvSpPr>
        <p:spPr>
          <a:xfrm>
            <a:off x="3018419" y="4201078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3EC90F7-7675-57F8-39D1-5F58A6B9D0DF}"/>
              </a:ext>
            </a:extLst>
          </p:cNvPr>
          <p:cNvSpPr/>
          <p:nvPr/>
        </p:nvSpPr>
        <p:spPr>
          <a:xfrm>
            <a:off x="3723317" y="3784671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A8C1DAE-043B-BDDB-9827-EF594C02FAAE}"/>
              </a:ext>
            </a:extLst>
          </p:cNvPr>
          <p:cNvSpPr/>
          <p:nvPr/>
        </p:nvSpPr>
        <p:spPr>
          <a:xfrm>
            <a:off x="3876090" y="5108537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67B1514-7BC4-9A80-19A2-6CFEF00C0FDB}"/>
              </a:ext>
            </a:extLst>
          </p:cNvPr>
          <p:cNvSpPr/>
          <p:nvPr/>
        </p:nvSpPr>
        <p:spPr>
          <a:xfrm>
            <a:off x="4324704" y="4542840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직선 연결선[R] 46">
            <a:extLst>
              <a:ext uri="{FF2B5EF4-FFF2-40B4-BE49-F238E27FC236}">
                <a16:creationId xmlns:a16="http://schemas.microsoft.com/office/drawing/2014/main" id="{F075DC19-8F7C-07A5-0D05-538EAB6EA88D}"/>
              </a:ext>
            </a:extLst>
          </p:cNvPr>
          <p:cNvCxnSpPr>
            <a:cxnSpLocks/>
          </p:cNvCxnSpPr>
          <p:nvPr/>
        </p:nvCxnSpPr>
        <p:spPr>
          <a:xfrm>
            <a:off x="5007673" y="1875884"/>
            <a:ext cx="1088327" cy="0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52617B0-DFB6-1C28-CBE4-C66F40C3CEB6}"/>
                  </a:ext>
                </a:extLst>
              </p:cNvPr>
              <p:cNvSpPr txBox="1"/>
              <p:nvPr/>
            </p:nvSpPr>
            <p:spPr>
              <a:xfrm>
                <a:off x="4985317" y="1470408"/>
                <a:ext cx="10083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  <m:r>
                        <a:rPr kumimoji="1"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0.7</m:t>
                      </m:r>
                    </m:oMath>
                  </m:oMathPara>
                </a14:m>
                <a:endParaRPr kumimoji="1"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52617B0-DFB6-1C28-CBE4-C66F40C3C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317" y="1470408"/>
                <a:ext cx="1008391" cy="307777"/>
              </a:xfrm>
              <a:prstGeom prst="rect">
                <a:avLst/>
              </a:prstGeom>
              <a:blipFill>
                <a:blip r:embed="rId2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직선 연결선[R] 53">
            <a:extLst>
              <a:ext uri="{FF2B5EF4-FFF2-40B4-BE49-F238E27FC236}">
                <a16:creationId xmlns:a16="http://schemas.microsoft.com/office/drawing/2014/main" id="{81C4959E-F8BB-49F7-501A-9ADFC5217E7B}"/>
              </a:ext>
            </a:extLst>
          </p:cNvPr>
          <p:cNvCxnSpPr>
            <a:cxnSpLocks/>
          </p:cNvCxnSpPr>
          <p:nvPr/>
        </p:nvCxnSpPr>
        <p:spPr>
          <a:xfrm flipV="1">
            <a:off x="7896368" y="2196659"/>
            <a:ext cx="437423" cy="502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직선 연결선[R] 54">
            <a:extLst>
              <a:ext uri="{FF2B5EF4-FFF2-40B4-BE49-F238E27FC236}">
                <a16:creationId xmlns:a16="http://schemas.microsoft.com/office/drawing/2014/main" id="{452FDAA3-D268-D79F-4587-B6379D916C82}"/>
              </a:ext>
            </a:extLst>
          </p:cNvPr>
          <p:cNvCxnSpPr>
            <a:cxnSpLocks/>
          </p:cNvCxnSpPr>
          <p:nvPr/>
        </p:nvCxnSpPr>
        <p:spPr>
          <a:xfrm>
            <a:off x="7732404" y="1431548"/>
            <a:ext cx="475861" cy="615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[R] 55">
            <a:extLst>
              <a:ext uri="{FF2B5EF4-FFF2-40B4-BE49-F238E27FC236}">
                <a16:creationId xmlns:a16="http://schemas.microsoft.com/office/drawing/2014/main" id="{63F066A3-0BC4-A194-2C70-AD29EC114C1D}"/>
              </a:ext>
            </a:extLst>
          </p:cNvPr>
          <p:cNvCxnSpPr>
            <a:cxnSpLocks/>
          </p:cNvCxnSpPr>
          <p:nvPr/>
        </p:nvCxnSpPr>
        <p:spPr>
          <a:xfrm flipV="1">
            <a:off x="7058170" y="1422759"/>
            <a:ext cx="622478" cy="4164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D460B13A-2E92-2DC8-AA49-D0D06A619828}"/>
              </a:ext>
            </a:extLst>
          </p:cNvPr>
          <p:cNvSpPr/>
          <p:nvPr/>
        </p:nvSpPr>
        <p:spPr>
          <a:xfrm>
            <a:off x="6792313" y="1572819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20CEB42-91D7-2FE8-A1C0-AFBDAE379F36}"/>
              </a:ext>
            </a:extLst>
          </p:cNvPr>
          <p:cNvSpPr/>
          <p:nvPr/>
        </p:nvSpPr>
        <p:spPr>
          <a:xfrm>
            <a:off x="7497211" y="1156412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073F015-8A23-7E43-A6E5-138F7D1AF9AA}"/>
              </a:ext>
            </a:extLst>
          </p:cNvPr>
          <p:cNvSpPr/>
          <p:nvPr/>
        </p:nvSpPr>
        <p:spPr>
          <a:xfrm>
            <a:off x="7649984" y="2480278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61A4E7C9-D3EA-95B7-CF5D-8F13AB7F6C5A}"/>
              </a:ext>
            </a:extLst>
          </p:cNvPr>
          <p:cNvSpPr/>
          <p:nvPr/>
        </p:nvSpPr>
        <p:spPr>
          <a:xfrm>
            <a:off x="8098598" y="1914581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AD1AC-6AF3-2995-A95F-12CD610FD64C}"/>
              </a:ext>
            </a:extLst>
          </p:cNvPr>
          <p:cNvSpPr txBox="1"/>
          <p:nvPr/>
        </p:nvSpPr>
        <p:spPr>
          <a:xfrm>
            <a:off x="9040800" y="1261630"/>
            <a:ext cx="19504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local clusters are collapsed below the percolation threshold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93EB50CB-FA18-0DD2-2BE9-14F341F35396}"/>
              </a:ext>
            </a:extLst>
          </p:cNvPr>
          <p:cNvCxnSpPr>
            <a:cxnSpLocks/>
          </p:cNvCxnSpPr>
          <p:nvPr/>
        </p:nvCxnSpPr>
        <p:spPr>
          <a:xfrm>
            <a:off x="3157541" y="1520439"/>
            <a:ext cx="714910" cy="9270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EB5B8542-281A-8C4C-9D78-F1CED47BA388}"/>
              </a:ext>
            </a:extLst>
          </p:cNvPr>
          <p:cNvCxnSpPr>
            <a:cxnSpLocks/>
          </p:cNvCxnSpPr>
          <p:nvPr/>
        </p:nvCxnSpPr>
        <p:spPr>
          <a:xfrm flipV="1">
            <a:off x="3995643" y="1906375"/>
            <a:ext cx="437423" cy="502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5173722F-CB58-39D2-6FD1-CA483F5ED6E8}"/>
              </a:ext>
            </a:extLst>
          </p:cNvPr>
          <p:cNvCxnSpPr>
            <a:cxnSpLocks/>
          </p:cNvCxnSpPr>
          <p:nvPr/>
        </p:nvCxnSpPr>
        <p:spPr>
          <a:xfrm>
            <a:off x="3831679" y="1141264"/>
            <a:ext cx="475861" cy="615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6564E738-B302-4616-318D-67A17FEE24DF}"/>
              </a:ext>
            </a:extLst>
          </p:cNvPr>
          <p:cNvCxnSpPr>
            <a:cxnSpLocks/>
          </p:cNvCxnSpPr>
          <p:nvPr/>
        </p:nvCxnSpPr>
        <p:spPr>
          <a:xfrm flipV="1">
            <a:off x="3157445" y="1132475"/>
            <a:ext cx="622478" cy="4164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17461718-599F-B2FD-BF22-AF4186C22723}"/>
              </a:ext>
            </a:extLst>
          </p:cNvPr>
          <p:cNvSpPr/>
          <p:nvPr/>
        </p:nvSpPr>
        <p:spPr>
          <a:xfrm>
            <a:off x="2891588" y="1282535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1DA7AA9-9ADE-2A3F-6539-6D2793EA9921}"/>
              </a:ext>
            </a:extLst>
          </p:cNvPr>
          <p:cNvSpPr/>
          <p:nvPr/>
        </p:nvSpPr>
        <p:spPr>
          <a:xfrm>
            <a:off x="3596486" y="866128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952A1B76-BC08-C630-66C5-8E341A0934F3}"/>
              </a:ext>
            </a:extLst>
          </p:cNvPr>
          <p:cNvSpPr/>
          <p:nvPr/>
        </p:nvSpPr>
        <p:spPr>
          <a:xfrm>
            <a:off x="3749259" y="2189994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2F92AD6-23B9-5BC0-384D-8B8DE84897B9}"/>
              </a:ext>
            </a:extLst>
          </p:cNvPr>
          <p:cNvSpPr/>
          <p:nvPr/>
        </p:nvSpPr>
        <p:spPr>
          <a:xfrm>
            <a:off x="4197873" y="1624297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7A24EF-5DC2-FFA6-559A-72D23797891F}"/>
              </a:ext>
            </a:extLst>
          </p:cNvPr>
          <p:cNvSpPr txBox="1"/>
          <p:nvPr/>
        </p:nvSpPr>
        <p:spPr>
          <a:xfrm>
            <a:off x="2966901" y="910948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0.84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5E0F27-FF11-650A-F030-AABB520DF105}"/>
              </a:ext>
            </a:extLst>
          </p:cNvPr>
          <p:cNvSpPr txBox="1"/>
          <p:nvPr/>
        </p:nvSpPr>
        <p:spPr>
          <a:xfrm>
            <a:off x="4062063" y="1203782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0.79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2EF0A2-D41B-E5CC-2FC6-F43B57817366}"/>
              </a:ext>
            </a:extLst>
          </p:cNvPr>
          <p:cNvSpPr txBox="1"/>
          <p:nvPr/>
        </p:nvSpPr>
        <p:spPr>
          <a:xfrm>
            <a:off x="2989107" y="1936846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0.50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6488A7-5FC6-1D08-0980-83E2D5548A5F}"/>
              </a:ext>
            </a:extLst>
          </p:cNvPr>
          <p:cNvSpPr txBox="1"/>
          <p:nvPr/>
        </p:nvSpPr>
        <p:spPr>
          <a:xfrm>
            <a:off x="4209545" y="2175881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0.85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CE6EF58-78EE-30CE-7588-636396161FC5}"/>
                  </a:ext>
                </a:extLst>
              </p:cNvPr>
              <p:cNvSpPr txBox="1"/>
              <p:nvPr/>
            </p:nvSpPr>
            <p:spPr>
              <a:xfrm>
                <a:off x="3999282" y="2829025"/>
                <a:ext cx="10083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  <m:r>
                        <a:rPr kumimoji="1"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0.8</m:t>
                      </m:r>
                    </m:oMath>
                  </m:oMathPara>
                </a14:m>
                <a:endParaRPr kumimoji="1"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CE6EF58-78EE-30CE-7588-636396161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282" y="2829025"/>
                <a:ext cx="1008391" cy="307777"/>
              </a:xfrm>
              <a:prstGeom prst="rect">
                <a:avLst/>
              </a:prstGeom>
              <a:blipFill>
                <a:blip r:embed="rId3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746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6C5EE-865D-8F56-32BC-C31D86870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B06C310E-FBDB-8113-1661-75106615D085}"/>
              </a:ext>
            </a:extLst>
          </p:cNvPr>
          <p:cNvCxnSpPr>
            <a:cxnSpLocks/>
          </p:cNvCxnSpPr>
          <p:nvPr/>
        </p:nvCxnSpPr>
        <p:spPr>
          <a:xfrm>
            <a:off x="5566314" y="4868439"/>
            <a:ext cx="1228266" cy="3417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자유형 1">
            <a:extLst>
              <a:ext uri="{FF2B5EF4-FFF2-40B4-BE49-F238E27FC236}">
                <a16:creationId xmlns:a16="http://schemas.microsoft.com/office/drawing/2014/main" id="{FE3A2827-9FE1-EA4A-C164-CE1839C5DE26}"/>
              </a:ext>
            </a:extLst>
          </p:cNvPr>
          <p:cNvSpPr/>
          <p:nvPr/>
        </p:nvSpPr>
        <p:spPr>
          <a:xfrm>
            <a:off x="5312715" y="828151"/>
            <a:ext cx="2456533" cy="2533380"/>
          </a:xfrm>
          <a:custGeom>
            <a:avLst/>
            <a:gdLst>
              <a:gd name="csX0" fmla="*/ 208982 w 2456533"/>
              <a:gd name="csY0" fmla="*/ 521678 h 2533380"/>
              <a:gd name="csX1" fmla="*/ 34811 w 2456533"/>
              <a:gd name="csY1" fmla="*/ 1207478 h 2533380"/>
              <a:gd name="csX2" fmla="*/ 894782 w 2456533"/>
              <a:gd name="csY2" fmla="*/ 1457849 h 2533380"/>
              <a:gd name="csX3" fmla="*/ 862125 w 2456533"/>
              <a:gd name="csY3" fmla="*/ 2154535 h 2533380"/>
              <a:gd name="csX4" fmla="*/ 2026897 w 2456533"/>
              <a:gd name="csY4" fmla="*/ 2513763 h 2533380"/>
              <a:gd name="csX5" fmla="*/ 2451439 w 2456533"/>
              <a:gd name="csY5" fmla="*/ 1577592 h 2533380"/>
              <a:gd name="csX6" fmla="*/ 1787411 w 2456533"/>
              <a:gd name="csY6" fmla="*/ 118906 h 2533380"/>
              <a:gd name="csX7" fmla="*/ 589982 w 2456533"/>
              <a:gd name="csY7" fmla="*/ 129792 h 2533380"/>
              <a:gd name="csX8" fmla="*/ 208982 w 2456533"/>
              <a:gd name="csY8" fmla="*/ 521678 h 2533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56533" h="2533380">
                <a:moveTo>
                  <a:pt x="208982" y="521678"/>
                </a:moveTo>
                <a:cubicBezTo>
                  <a:pt x="116453" y="701292"/>
                  <a:pt x="-79489" y="1051450"/>
                  <a:pt x="34811" y="1207478"/>
                </a:cubicBezTo>
                <a:cubicBezTo>
                  <a:pt x="149111" y="1363507"/>
                  <a:pt x="756896" y="1300006"/>
                  <a:pt x="894782" y="1457849"/>
                </a:cubicBezTo>
                <a:cubicBezTo>
                  <a:pt x="1032668" y="1615692"/>
                  <a:pt x="673439" y="1978549"/>
                  <a:pt x="862125" y="2154535"/>
                </a:cubicBezTo>
                <a:cubicBezTo>
                  <a:pt x="1050811" y="2330521"/>
                  <a:pt x="1762011" y="2609920"/>
                  <a:pt x="2026897" y="2513763"/>
                </a:cubicBezTo>
                <a:cubicBezTo>
                  <a:pt x="2291783" y="2417606"/>
                  <a:pt x="2491353" y="1976735"/>
                  <a:pt x="2451439" y="1577592"/>
                </a:cubicBezTo>
                <a:cubicBezTo>
                  <a:pt x="2411525" y="1178449"/>
                  <a:pt x="2097654" y="360206"/>
                  <a:pt x="1787411" y="118906"/>
                </a:cubicBezTo>
                <a:cubicBezTo>
                  <a:pt x="1477168" y="-122394"/>
                  <a:pt x="858496" y="68106"/>
                  <a:pt x="589982" y="129792"/>
                </a:cubicBezTo>
                <a:cubicBezTo>
                  <a:pt x="321468" y="191478"/>
                  <a:pt x="301511" y="342064"/>
                  <a:pt x="208982" y="521678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" name="자유형 40">
            <a:extLst>
              <a:ext uri="{FF2B5EF4-FFF2-40B4-BE49-F238E27FC236}">
                <a16:creationId xmlns:a16="http://schemas.microsoft.com/office/drawing/2014/main" id="{2D50135D-29CA-C080-D2C0-574033E7B0E7}"/>
              </a:ext>
            </a:extLst>
          </p:cNvPr>
          <p:cNvSpPr/>
          <p:nvPr/>
        </p:nvSpPr>
        <p:spPr>
          <a:xfrm>
            <a:off x="2536789" y="4383777"/>
            <a:ext cx="1573510" cy="1494514"/>
          </a:xfrm>
          <a:custGeom>
            <a:avLst/>
            <a:gdLst>
              <a:gd name="csX0" fmla="*/ 742451 w 1573510"/>
              <a:gd name="csY0" fmla="*/ 57594 h 1494514"/>
              <a:gd name="csX1" fmla="*/ 23994 w 1573510"/>
              <a:gd name="csY1" fmla="*/ 797823 h 1494514"/>
              <a:gd name="csX2" fmla="*/ 274365 w 1573510"/>
              <a:gd name="csY2" fmla="*/ 1494509 h 1494514"/>
              <a:gd name="csX3" fmla="*/ 1275851 w 1573510"/>
              <a:gd name="csY3" fmla="*/ 808709 h 1494514"/>
              <a:gd name="csX4" fmla="*/ 1547994 w 1573510"/>
              <a:gd name="csY4" fmla="*/ 133794 h 1494514"/>
              <a:gd name="csX5" fmla="*/ 742451 w 1573510"/>
              <a:gd name="csY5" fmla="*/ 57594 h 149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73510" h="1494514">
                <a:moveTo>
                  <a:pt x="742451" y="57594"/>
                </a:moveTo>
                <a:cubicBezTo>
                  <a:pt x="488451" y="168265"/>
                  <a:pt x="102008" y="558337"/>
                  <a:pt x="23994" y="797823"/>
                </a:cubicBezTo>
                <a:cubicBezTo>
                  <a:pt x="-54020" y="1037309"/>
                  <a:pt x="65722" y="1492695"/>
                  <a:pt x="274365" y="1494509"/>
                </a:cubicBezTo>
                <a:cubicBezTo>
                  <a:pt x="483008" y="1496323"/>
                  <a:pt x="1063580" y="1035495"/>
                  <a:pt x="1275851" y="808709"/>
                </a:cubicBezTo>
                <a:cubicBezTo>
                  <a:pt x="1488122" y="581923"/>
                  <a:pt x="1635080" y="258980"/>
                  <a:pt x="1547994" y="133794"/>
                </a:cubicBezTo>
                <a:cubicBezTo>
                  <a:pt x="1460908" y="8608"/>
                  <a:pt x="996451" y="-53077"/>
                  <a:pt x="742451" y="5759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자유형 39">
            <a:extLst>
              <a:ext uri="{FF2B5EF4-FFF2-40B4-BE49-F238E27FC236}">
                <a16:creationId xmlns:a16="http://schemas.microsoft.com/office/drawing/2014/main" id="{E22476F8-94E3-A064-CDB6-1FC797A1D57F}"/>
              </a:ext>
            </a:extLst>
          </p:cNvPr>
          <p:cNvSpPr/>
          <p:nvPr/>
        </p:nvSpPr>
        <p:spPr>
          <a:xfrm>
            <a:off x="1504407" y="3506781"/>
            <a:ext cx="1986295" cy="1404541"/>
          </a:xfrm>
          <a:custGeom>
            <a:avLst/>
            <a:gdLst>
              <a:gd name="csX0" fmla="*/ 555633 w 1986295"/>
              <a:gd name="csY0" fmla="*/ 335876 h 1404541"/>
              <a:gd name="csX1" fmla="*/ 462 w 1986295"/>
              <a:gd name="csY1" fmla="*/ 869276 h 1404541"/>
              <a:gd name="csX2" fmla="*/ 642719 w 1986295"/>
              <a:gd name="csY2" fmla="*/ 1402676 h 1404541"/>
              <a:gd name="csX3" fmla="*/ 1143462 w 1986295"/>
              <a:gd name="csY3" fmla="*/ 1032562 h 1404541"/>
              <a:gd name="csX4" fmla="*/ 1981662 w 1986295"/>
              <a:gd name="csY4" fmla="*/ 684219 h 1404541"/>
              <a:gd name="csX5" fmla="*/ 1437376 w 1986295"/>
              <a:gd name="csY5" fmla="*/ 9305 h 1404541"/>
              <a:gd name="csX6" fmla="*/ 555633 w 1986295"/>
              <a:gd name="csY6" fmla="*/ 335876 h 14045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86295" h="1404541">
                <a:moveTo>
                  <a:pt x="555633" y="335876"/>
                </a:moveTo>
                <a:cubicBezTo>
                  <a:pt x="316147" y="479204"/>
                  <a:pt x="-14052" y="691476"/>
                  <a:pt x="462" y="869276"/>
                </a:cubicBezTo>
                <a:cubicBezTo>
                  <a:pt x="14976" y="1047076"/>
                  <a:pt x="452219" y="1375462"/>
                  <a:pt x="642719" y="1402676"/>
                </a:cubicBezTo>
                <a:cubicBezTo>
                  <a:pt x="833219" y="1429890"/>
                  <a:pt x="920305" y="1152305"/>
                  <a:pt x="1143462" y="1032562"/>
                </a:cubicBezTo>
                <a:cubicBezTo>
                  <a:pt x="1366619" y="912819"/>
                  <a:pt x="1932676" y="854762"/>
                  <a:pt x="1981662" y="684219"/>
                </a:cubicBezTo>
                <a:cubicBezTo>
                  <a:pt x="2030648" y="513676"/>
                  <a:pt x="1680490" y="69176"/>
                  <a:pt x="1437376" y="9305"/>
                </a:cubicBezTo>
                <a:cubicBezTo>
                  <a:pt x="1194262" y="-50566"/>
                  <a:pt x="795119" y="192548"/>
                  <a:pt x="555633" y="335876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CB57F2CA-7DA1-0B7C-6AFC-FA7D7986317A}"/>
              </a:ext>
            </a:extLst>
          </p:cNvPr>
          <p:cNvCxnSpPr>
            <a:cxnSpLocks/>
          </p:cNvCxnSpPr>
          <p:nvPr/>
        </p:nvCxnSpPr>
        <p:spPr>
          <a:xfrm>
            <a:off x="1988163" y="1520439"/>
            <a:ext cx="714910" cy="9270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6E70B266-5013-CC79-6E18-0F2059CE1FB8}"/>
              </a:ext>
            </a:extLst>
          </p:cNvPr>
          <p:cNvCxnSpPr>
            <a:cxnSpLocks/>
          </p:cNvCxnSpPr>
          <p:nvPr/>
        </p:nvCxnSpPr>
        <p:spPr>
          <a:xfrm flipV="1">
            <a:off x="2826265" y="1906375"/>
            <a:ext cx="437423" cy="502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62FC8810-9E05-D5A4-1F8B-B5F055B633B5}"/>
              </a:ext>
            </a:extLst>
          </p:cNvPr>
          <p:cNvCxnSpPr>
            <a:cxnSpLocks/>
          </p:cNvCxnSpPr>
          <p:nvPr/>
        </p:nvCxnSpPr>
        <p:spPr>
          <a:xfrm>
            <a:off x="2662301" y="1141264"/>
            <a:ext cx="475861" cy="615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02FE8C1-35A1-60F2-4F8D-5FC31402C637}"/>
              </a:ext>
            </a:extLst>
          </p:cNvPr>
          <p:cNvCxnSpPr>
            <a:cxnSpLocks/>
          </p:cNvCxnSpPr>
          <p:nvPr/>
        </p:nvCxnSpPr>
        <p:spPr>
          <a:xfrm flipV="1">
            <a:off x="1988067" y="1132475"/>
            <a:ext cx="622478" cy="4164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타원 3">
            <a:extLst>
              <a:ext uri="{FF2B5EF4-FFF2-40B4-BE49-F238E27FC236}">
                <a16:creationId xmlns:a16="http://schemas.microsoft.com/office/drawing/2014/main" id="{7CEF2D25-4026-23B4-6D32-52FC93DF78D7}"/>
              </a:ext>
            </a:extLst>
          </p:cNvPr>
          <p:cNvSpPr/>
          <p:nvPr/>
        </p:nvSpPr>
        <p:spPr>
          <a:xfrm>
            <a:off x="1722210" y="1282535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28DB4BF-AD1C-36E9-5457-95626C0E17E9}"/>
              </a:ext>
            </a:extLst>
          </p:cNvPr>
          <p:cNvSpPr/>
          <p:nvPr/>
        </p:nvSpPr>
        <p:spPr>
          <a:xfrm>
            <a:off x="2427108" y="866128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6B06B13-D0E0-E46C-20B4-ABFDD39B7720}"/>
              </a:ext>
            </a:extLst>
          </p:cNvPr>
          <p:cNvSpPr/>
          <p:nvPr/>
        </p:nvSpPr>
        <p:spPr>
          <a:xfrm>
            <a:off x="2579881" y="2189994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B03A92D-AEF8-A4D7-E567-34164621EB0F}"/>
              </a:ext>
            </a:extLst>
          </p:cNvPr>
          <p:cNvSpPr/>
          <p:nvPr/>
        </p:nvSpPr>
        <p:spPr>
          <a:xfrm>
            <a:off x="3028495" y="1624297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7B44AF-57CA-209A-FE6C-C3CDB3B92D65}"/>
              </a:ext>
            </a:extLst>
          </p:cNvPr>
          <p:cNvSpPr txBox="1"/>
          <p:nvPr/>
        </p:nvSpPr>
        <p:spPr>
          <a:xfrm>
            <a:off x="1797523" y="910948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0.84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7F3B-2847-ABA2-3AE7-48015C174503}"/>
              </a:ext>
            </a:extLst>
          </p:cNvPr>
          <p:cNvSpPr txBox="1"/>
          <p:nvPr/>
        </p:nvSpPr>
        <p:spPr>
          <a:xfrm>
            <a:off x="2892685" y="1203782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0.79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2316D0-8997-83DD-7909-7AF99E05683D}"/>
              </a:ext>
            </a:extLst>
          </p:cNvPr>
          <p:cNvSpPr txBox="1"/>
          <p:nvPr/>
        </p:nvSpPr>
        <p:spPr>
          <a:xfrm>
            <a:off x="1819729" y="1936846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0.50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ABBA69-7BB0-99E3-49AA-78459AAA0E3C}"/>
              </a:ext>
            </a:extLst>
          </p:cNvPr>
          <p:cNvSpPr txBox="1"/>
          <p:nvPr/>
        </p:nvSpPr>
        <p:spPr>
          <a:xfrm>
            <a:off x="3040167" y="2175881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0.85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350AE17F-52FC-1599-2777-DA4AE1A08394}"/>
              </a:ext>
            </a:extLst>
          </p:cNvPr>
          <p:cNvCxnSpPr>
            <a:cxnSpLocks/>
          </p:cNvCxnSpPr>
          <p:nvPr/>
        </p:nvCxnSpPr>
        <p:spPr>
          <a:xfrm>
            <a:off x="2815074" y="2782372"/>
            <a:ext cx="0" cy="497338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7CE5CFE1-832B-D3A8-4024-8F10EC3DA9A5}"/>
              </a:ext>
            </a:extLst>
          </p:cNvPr>
          <p:cNvCxnSpPr>
            <a:cxnSpLocks/>
          </p:cNvCxnSpPr>
          <p:nvPr/>
        </p:nvCxnSpPr>
        <p:spPr>
          <a:xfrm flipV="1">
            <a:off x="2949457" y="4824918"/>
            <a:ext cx="437423" cy="502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D13DBD1E-4B97-D2E7-44EE-CDE9A625F686}"/>
              </a:ext>
            </a:extLst>
          </p:cNvPr>
          <p:cNvCxnSpPr>
            <a:cxnSpLocks/>
          </p:cNvCxnSpPr>
          <p:nvPr/>
        </p:nvCxnSpPr>
        <p:spPr>
          <a:xfrm flipV="1">
            <a:off x="2111259" y="4051018"/>
            <a:ext cx="622478" cy="4164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AFE44E19-73FE-CF3F-3B2B-6D6C2AA53C79}"/>
              </a:ext>
            </a:extLst>
          </p:cNvPr>
          <p:cNvSpPr/>
          <p:nvPr/>
        </p:nvSpPr>
        <p:spPr>
          <a:xfrm>
            <a:off x="1845402" y="4201078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F96745B-5725-E063-E89B-045882ED72EF}"/>
              </a:ext>
            </a:extLst>
          </p:cNvPr>
          <p:cNvSpPr/>
          <p:nvPr/>
        </p:nvSpPr>
        <p:spPr>
          <a:xfrm>
            <a:off x="2550300" y="3784671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E0A8C32-A1B0-4703-6D1D-C5CB337C4064}"/>
              </a:ext>
            </a:extLst>
          </p:cNvPr>
          <p:cNvSpPr/>
          <p:nvPr/>
        </p:nvSpPr>
        <p:spPr>
          <a:xfrm>
            <a:off x="2703073" y="5108537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FDF396E-EC93-7505-0CAF-42CC4455926D}"/>
              </a:ext>
            </a:extLst>
          </p:cNvPr>
          <p:cNvSpPr/>
          <p:nvPr/>
        </p:nvSpPr>
        <p:spPr>
          <a:xfrm>
            <a:off x="3151687" y="4542840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직선 연결선[R] 46">
            <a:extLst>
              <a:ext uri="{FF2B5EF4-FFF2-40B4-BE49-F238E27FC236}">
                <a16:creationId xmlns:a16="http://schemas.microsoft.com/office/drawing/2014/main" id="{6C6B32F8-9C1F-F96B-331C-5EB7A34F4DE7}"/>
              </a:ext>
            </a:extLst>
          </p:cNvPr>
          <p:cNvCxnSpPr>
            <a:cxnSpLocks/>
          </p:cNvCxnSpPr>
          <p:nvPr/>
        </p:nvCxnSpPr>
        <p:spPr>
          <a:xfrm>
            <a:off x="3834656" y="1875884"/>
            <a:ext cx="1088327" cy="0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007115-A964-4801-D519-469060E1CCD9}"/>
                  </a:ext>
                </a:extLst>
              </p:cNvPr>
              <p:cNvSpPr txBox="1"/>
              <p:nvPr/>
            </p:nvSpPr>
            <p:spPr>
              <a:xfrm>
                <a:off x="3812300" y="1470408"/>
                <a:ext cx="10083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l-GR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  <m:r>
                        <a:rPr kumimoji="1"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0.7</m:t>
                      </m:r>
                    </m:oMath>
                  </m:oMathPara>
                </a14:m>
                <a:endParaRPr kumimoji="1"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007115-A964-4801-D519-469060E1C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300" y="1470408"/>
                <a:ext cx="1008391" cy="307777"/>
              </a:xfrm>
              <a:prstGeom prst="rect">
                <a:avLst/>
              </a:prstGeom>
              <a:blipFill>
                <a:blip r:embed="rId2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직선 연결선[R] 53">
            <a:extLst>
              <a:ext uri="{FF2B5EF4-FFF2-40B4-BE49-F238E27FC236}">
                <a16:creationId xmlns:a16="http://schemas.microsoft.com/office/drawing/2014/main" id="{62AF3BD8-D707-AB7C-6F97-0B7BC3BD6315}"/>
              </a:ext>
            </a:extLst>
          </p:cNvPr>
          <p:cNvCxnSpPr>
            <a:cxnSpLocks/>
          </p:cNvCxnSpPr>
          <p:nvPr/>
        </p:nvCxnSpPr>
        <p:spPr>
          <a:xfrm flipV="1">
            <a:off x="6723351" y="2196659"/>
            <a:ext cx="437423" cy="502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직선 연결선[R] 54">
            <a:extLst>
              <a:ext uri="{FF2B5EF4-FFF2-40B4-BE49-F238E27FC236}">
                <a16:creationId xmlns:a16="http://schemas.microsoft.com/office/drawing/2014/main" id="{FDF51A0C-45B4-735C-8A78-D2AB248C42F2}"/>
              </a:ext>
            </a:extLst>
          </p:cNvPr>
          <p:cNvCxnSpPr>
            <a:cxnSpLocks/>
          </p:cNvCxnSpPr>
          <p:nvPr/>
        </p:nvCxnSpPr>
        <p:spPr>
          <a:xfrm>
            <a:off x="6559387" y="1431548"/>
            <a:ext cx="475861" cy="615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[R] 55">
            <a:extLst>
              <a:ext uri="{FF2B5EF4-FFF2-40B4-BE49-F238E27FC236}">
                <a16:creationId xmlns:a16="http://schemas.microsoft.com/office/drawing/2014/main" id="{8B125F2D-7AEA-2ACB-84C3-4E805F82E5B5}"/>
              </a:ext>
            </a:extLst>
          </p:cNvPr>
          <p:cNvCxnSpPr>
            <a:cxnSpLocks/>
          </p:cNvCxnSpPr>
          <p:nvPr/>
        </p:nvCxnSpPr>
        <p:spPr>
          <a:xfrm flipV="1">
            <a:off x="5885153" y="1422759"/>
            <a:ext cx="622478" cy="4164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9EAB45E5-C6F1-84D9-A265-CA8C58D16C5E}"/>
              </a:ext>
            </a:extLst>
          </p:cNvPr>
          <p:cNvSpPr/>
          <p:nvPr/>
        </p:nvSpPr>
        <p:spPr>
          <a:xfrm>
            <a:off x="5619296" y="1572819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4B10F0B4-D28C-F183-6B3F-376B4461D497}"/>
              </a:ext>
            </a:extLst>
          </p:cNvPr>
          <p:cNvSpPr/>
          <p:nvPr/>
        </p:nvSpPr>
        <p:spPr>
          <a:xfrm>
            <a:off x="6324194" y="1156412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AB5AD26-A2F0-6CA3-5677-8F344B49FBA9}"/>
              </a:ext>
            </a:extLst>
          </p:cNvPr>
          <p:cNvSpPr/>
          <p:nvPr/>
        </p:nvSpPr>
        <p:spPr>
          <a:xfrm>
            <a:off x="6476967" y="2480278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13A324D5-7475-5878-43CA-B85CF0D77EF6}"/>
              </a:ext>
            </a:extLst>
          </p:cNvPr>
          <p:cNvSpPr/>
          <p:nvPr/>
        </p:nvSpPr>
        <p:spPr>
          <a:xfrm>
            <a:off x="6925581" y="1914581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B3F3A-B1CD-5BE4-1612-5A913FB49725}"/>
              </a:ext>
            </a:extLst>
          </p:cNvPr>
          <p:cNvSpPr txBox="1"/>
          <p:nvPr/>
        </p:nvSpPr>
        <p:spPr>
          <a:xfrm>
            <a:off x="7867783" y="1261630"/>
            <a:ext cx="19504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local clusters are collapsed below the percolation threshold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A015C4FE-02B7-FA42-4AE7-F95B13B8F62E}"/>
              </a:ext>
            </a:extLst>
          </p:cNvPr>
          <p:cNvCxnSpPr>
            <a:cxnSpLocks/>
          </p:cNvCxnSpPr>
          <p:nvPr/>
        </p:nvCxnSpPr>
        <p:spPr>
          <a:xfrm flipV="1">
            <a:off x="4228872" y="5073587"/>
            <a:ext cx="591819" cy="2717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743F6CB1-9B6A-D7BD-A756-3DB268D0E4F0}"/>
              </a:ext>
            </a:extLst>
          </p:cNvPr>
          <p:cNvSpPr/>
          <p:nvPr/>
        </p:nvSpPr>
        <p:spPr>
          <a:xfrm>
            <a:off x="5302580" y="4639415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a'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A56B50F-3AA8-8957-1CF3-7DAAF33B5979}"/>
              </a:ext>
            </a:extLst>
          </p:cNvPr>
          <p:cNvSpPr/>
          <p:nvPr/>
        </p:nvSpPr>
        <p:spPr>
          <a:xfrm>
            <a:off x="6608865" y="4981177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d'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423E8D-BBB4-DC27-BC8F-BD80E6C0222F}"/>
              </a:ext>
            </a:extLst>
          </p:cNvPr>
          <p:cNvSpPr txBox="1"/>
          <p:nvPr/>
        </p:nvSpPr>
        <p:spPr>
          <a:xfrm>
            <a:off x="6014487" y="4650228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0.50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17D93696-2F01-739E-B472-7A44CFCF4578}"/>
              </a:ext>
            </a:extLst>
          </p:cNvPr>
          <p:cNvCxnSpPr>
            <a:cxnSpLocks/>
          </p:cNvCxnSpPr>
          <p:nvPr/>
        </p:nvCxnSpPr>
        <p:spPr>
          <a:xfrm flipV="1">
            <a:off x="7571873" y="5088239"/>
            <a:ext cx="591819" cy="2717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6BBCCE97-B54F-5562-2169-8E5E391BE3B8}"/>
              </a:ext>
            </a:extLst>
          </p:cNvPr>
          <p:cNvSpPr/>
          <p:nvPr/>
        </p:nvSpPr>
        <p:spPr>
          <a:xfrm>
            <a:off x="8668141" y="4659126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a'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F8BB4AA-3CF3-FC98-8FD1-6AC8D7BD0402}"/>
              </a:ext>
            </a:extLst>
          </p:cNvPr>
          <p:cNvSpPr/>
          <p:nvPr/>
        </p:nvSpPr>
        <p:spPr>
          <a:xfrm>
            <a:off x="9974426" y="5000888"/>
            <a:ext cx="470386" cy="458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d'</a:t>
            </a:r>
            <a:endParaRPr kumimoji="1"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B91D01-97C9-82D9-25E8-53D1BC5495BC}"/>
              </a:ext>
            </a:extLst>
          </p:cNvPr>
          <p:cNvSpPr txBox="1"/>
          <p:nvPr/>
        </p:nvSpPr>
        <p:spPr>
          <a:xfrm>
            <a:off x="4066579" y="3916076"/>
            <a:ext cx="1573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stepwise flow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38F3C7-FB57-FAB4-E270-6C35AFE6DB8B}"/>
              </a:ext>
            </a:extLst>
          </p:cNvPr>
          <p:cNvSpPr txBox="1"/>
          <p:nvPr/>
        </p:nvSpPr>
        <p:spPr>
          <a:xfrm>
            <a:off x="3821624" y="953853"/>
            <a:ext cx="1573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>
                <a:latin typeface="Arial" panose="020B0604020202020204" pitchFamily="34" charset="0"/>
                <a:cs typeface="Arial" panose="020B0604020202020204" pitchFamily="34" charset="0"/>
              </a:rPr>
              <a:t>singe step</a:t>
            </a:r>
            <a:endParaRPr kumimoji="1" lang="ko-KR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01C28EB-0435-5093-C8F9-E67B3DA24437}"/>
                  </a:ext>
                </a:extLst>
              </p:cNvPr>
              <p:cNvSpPr txBox="1"/>
              <p:nvPr/>
            </p:nvSpPr>
            <p:spPr>
              <a:xfrm>
                <a:off x="2733737" y="2792194"/>
                <a:ext cx="1573510" cy="32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*</m:t>
                          </m:r>
                        </m:sup>
                      </m:sSubSup>
                      <m:r>
                        <a:rPr kumimoji="1"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=0.8333</m:t>
                      </m:r>
                      <m:r>
                        <a:rPr kumimoji="1" lang="ko-KR" altLang="en-US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01C28EB-0435-5093-C8F9-E67B3DA24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37" y="2792194"/>
                <a:ext cx="1573510" cy="329321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F29C841-27E1-48F6-FD31-C504DB9CA460}"/>
                  </a:ext>
                </a:extLst>
              </p:cNvPr>
              <p:cNvSpPr txBox="1"/>
              <p:nvPr/>
            </p:nvSpPr>
            <p:spPr>
              <a:xfrm>
                <a:off x="6982493" y="4490907"/>
                <a:ext cx="1573510" cy="319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kumimoji="1"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ko-KR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ko-KR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*</m:t>
                          </m:r>
                        </m:sup>
                      </m:sSubSup>
                      <m:r>
                        <a:rPr kumimoji="1" lang="en-US" altLang="ko-KR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=0.6998</m:t>
                      </m:r>
                      <m:r>
                        <a:rPr kumimoji="1" lang="ko-KR" altLang="en-US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F29C841-27E1-48F6-FD31-C504DB9CA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493" y="4490907"/>
                <a:ext cx="1573510" cy="319318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568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2EF4-F184-FC00-9667-5B4474D5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image-20260812-122549.png">
            <a:extLst>
              <a:ext uri="{FF2B5EF4-FFF2-40B4-BE49-F238E27FC236}">
                <a16:creationId xmlns:a16="http://schemas.microsoft.com/office/drawing/2014/main" id="{5EBF333A-A1A7-F0D2-113E-627218D43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942" y="317183"/>
            <a:ext cx="7029046" cy="622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4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BD4E-2852-516D-DEAE-37DDACAE2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67F2471-8169-ECC3-01BB-8046AAE62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76149"/>
            <a:ext cx="7772400" cy="590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21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18BEE-D3EB-24A4-D043-C1831B89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F26DED-9DBB-A095-39C8-319CD770A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27" y="721492"/>
            <a:ext cx="8549640" cy="541501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41C5E63-DDAB-E545-76E9-22937537C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868" y="2882949"/>
            <a:ext cx="4826049" cy="71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485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3F07-7A54-1344-FA8E-DE24438C3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5390599-9925-7E08-AA6E-7E14E77B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63921"/>
            <a:ext cx="7772400" cy="313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94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1DD8-0F5D-9A02-475D-C5CAC559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ACDC783-3C9E-9732-313A-92D0DE80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6433"/>
            <a:ext cx="7772400" cy="524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9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FFC4-C8E2-BCCA-6631-AB51D88C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2930BA4-6FDB-4380-AA28-1D304BEDA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67630"/>
            <a:ext cx="7772400" cy="492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92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06058-A0EC-AA63-1BD6-2E626A76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FF68ED4-1C16-587B-3A94-1EF8D8C9F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77958"/>
            <a:ext cx="7772400" cy="570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91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7C121-DD4F-CE8A-565C-013868BD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51EFEE4-B4E8-3B27-2985-0E05EBBD6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68" y="1913554"/>
            <a:ext cx="10345064" cy="303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233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67718-EC94-3542-F46E-3B3ADB65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BFA08E-D224-4ECB-FF73-138476D40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73839"/>
            <a:ext cx="7772400" cy="271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00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E7046FD-534C-07D7-0BA4-739298EDF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698" y="1313759"/>
            <a:ext cx="9404604" cy="423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90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182</Words>
  <Application>Microsoft Macintosh PowerPoint</Application>
  <PresentationFormat>와이드스크린</PresentationFormat>
  <Paragraphs>68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Youngsam Chun</dc:creator>
  <cp:keywords/>
  <dc:description/>
  <cp:lastModifiedBy>Youngsam Chun</cp:lastModifiedBy>
  <cp:revision>11</cp:revision>
  <dcterms:created xsi:type="dcterms:W3CDTF">2026-08-12T22:36:01Z</dcterms:created>
  <dcterms:modified xsi:type="dcterms:W3CDTF">2026-08-13T03:47:19Z</dcterms:modified>
  <cp:category/>
</cp:coreProperties>
</file>